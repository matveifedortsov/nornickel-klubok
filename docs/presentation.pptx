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Здравствуйте! Мы — команда трека «Научный клубок». За 30 секунд: проблема, за минуту — как устроено, дальше живое демо на ваших вопросах. Ключевая мысль: мы не «RAG поверх PDF», а граф знаний + гибридный поиск, и решение LLM-агностично — сегодня Yandex, в проде тот же код с MetalGPT-1.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В точке ноль проблема не в отсутствии моделей, а в отсутствии структуры. Знания R&amp;D рассеяны: команды дублируют литобзоры, нет междисциплинарного поиска, ответ на техвопрос = ручной сбор из десятков источников, противоречия без единой базы. Пять болей — прямо из вашего ТЗ.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Мы связываем публикации, эксперименты, материалы, оборудование, экспертов в один граф. Поиск гибридный: вектор находит смысл, граф даёт структуру и провенанс. Каждый ответ — с цитатой, уровнем достоверности и датой. Фильтры распознаются прямо из вопроса: числа, география РФ/мир, годы. Плюс поиск пробелов, сравнение технологий, эксперты, экспорт.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Пайплайн: парсинг → извлечение LLM в строгий JSON по онтологии → Neo4j + Qdrant. Запрос: вектор → seed-узлы → обход графа 1–4 хопа → реранк → генерация. Главный козырь — сменные бэкенды: YandexGPT сегодня, MetalGPT-1 on-prem в проде (клиент готов). Эмбеддинги локальные (ONNX) — без квоты и GPU. Ретривал 0,1–2,6 с — вдвое-вдесятеро быстрее бюджета ТЗ.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Сейчас покажу вживую. [Демо: задать вопрос про католит → показать граф, провенанс, фильтры; затем литобзор; затем пробелы.] Граф 747 узлов, 12 типов онтологии. F1 извлечения 0,64, атрибуты 0,70. 68 тестов зелёных. Поднимается одной командой docker compose, без GPU.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Все блоки ТЗ закрыты: многопараметрические запросы, модель верификации, РФ/мир, числовые диапазоны, версионирование, RBAC + аудит, уведомления, экспорт, дашборд. Прод-трек — тот же код с MetalGPT-1. Дальше: полный корпус, каталоги экспериментов, справочники. Готово к пилоту в НИИ. Спасибо, готовы к вопросам.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50292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 AI SCIENCE HACK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/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НАУЧНЫЙ КЛУБОК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КАРТА ЗНАНИЙ R&amp;D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Трек «Научный клубок»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Знания R&amp;D рассеяны — теряется институциональная память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Методы обессоливания воды, циркуляции католита разбросаны по отчётам и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Команды дублируют литобзоры — не видят, что работа уже выполнена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Нет междисциплинарного поиска связи «режим обработки → выход металла»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 на технический вопрос = ручной сбор из десятков источников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Противоречивые выводы без единой верифицированной базы знаний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РЕШЕНИЕ — «НАУЧНЫЙ КЛУБОК»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Единая R&amp;D-карта знаний горно-металлургической отрасли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знаний: публикации, эксперименты, материалы, оборудование, эксперты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Гибридный поиск граф + вектор — не «RAG поверх PDF»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Ответы с цитатами, уровнем достоверности и датой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Фильтры прямо в вопросе: числа (≤300 мг/л), география (РФ/мир),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Поиск пробелов, сравнение технологий, эксперты по теме, экспорт PDF/MD/JSON-LD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5" name="Google Shape;35;p8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420407" y="1091800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АРХИТЕКТУРА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LLM-агностичность · развёртывание без GPU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Пайплайн: парсинг → извлечение (LLM) → Neo4j (граф) + Qdrant (вектор)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Запрос: вектор → seed (fulltext) → обход 1–4 хопа → реранк → генерация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Сменные бэкенды: YandexGPT сегодня / MetalGPT-1 on-prem в проде Норникеля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Эмбеддинги локально (fastembed, ONNX) — без облачной квоты и без GPU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Ретривал 0,1–2,6 с — в бюджете требования ТЗ «3–5 с»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3" name="Google Shape;43;p9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764375" y="771753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РЕЗУЛЬТАТЫ И ДЕМО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20824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Работает вживую · 4 эталонных вопроса ТЗ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8778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747 узлов, 12 типов онтологии · 5 отраслевых журналов + open-access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Демо: обессоливание, циркуляция католита, Au/Ag/МПГ, шахтные воды (RU/EN)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F1 извлечения: сущности 0,64 · атрибуты 0,70 · ретривал медиана ~0,45 с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Верификация, версионирование фактов, RBAC + аудит, уведомления, дашборд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68 тестов зелёных · Docker Compose одной командой · GPU не нужен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ПОКРЫТИЕ ТЗ И РАЗВИТИЕ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Все блоки ТЗ закрыты — от импорта и онтологии до RBAC и экспорта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Многопараметрические запросы: материал + процесс + условия + гео +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Модель верификации: источник, уровень достоверности, дата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Прод-трек: тот же код с on-prem MetalGPT-1 — клиент уже написан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Рост: полный корпус, каталог экспериментов, справочники, сотрудники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Готово к пилоту в НИИ: RBAC, аудит, экспорт отчётов в техзадания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