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50292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 AI SCIENCE HACK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/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НАУЧНЫЙ КЛУБОК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КАРТА ЗНАНИЙ R&amp;D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Трек «Научный клубок»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Знания R&amp;D рассеяны — теряется институциональная память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Методы обессоливания воды, циркуляции католита разбросаны по отчётам и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Команды дублируют литобзоры — не видят, что работа уже выполнена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Нет междисциплинарного поиска связи «режим обработки → выход металла»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Ответ на технический вопрос = ручной сбор из десятков источников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Противоречивые выводы без единой верифицированной базы знаний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РЕШЕНИЕ — «НАУЧНЫЙ КЛУБОК»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Единая R&amp;D-карта знаний горно-металлургической отрасли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Граф знаний: публикации, эксперименты, материалы, оборудование, эксперты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Гибридный поиск граф + вектор — не «RAG поверх PDF»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Ответы с цитатами, уровнем достоверности и датой актуализации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Фильтры прямо в вопросе: числа (≤300 мг/л), география (РФ/мир), годы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Поиск пробелов, сравнение технологий, эксперты по теме, экспорт PDF/MD/JSON-LD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35" name="Google Shape;35;p8"/>
          <p:cNvPicPr preferRelativeResize="0"/>
          <p:nvPr/>
        </p:nvPicPr>
        <p:blipFill rotWithShape="1">
          <a:blip r:embed="rId3">
            <a:alphaModFix/>
          </a:blip>
          <a:srcRect b="0" l="12553" r="12546" t="0"/>
          <a:stretch/>
        </p:blipFill>
        <p:spPr>
          <a:xfrm>
            <a:off x="5420407" y="1091800"/>
            <a:ext cx="2696400" cy="3600000"/>
          </a:xfrm>
          <a:prstGeom prst="round2DiagRect">
            <a:avLst>
              <a:gd fmla="val 4278" name="adj1"/>
              <a:gd fmla="val 12790" name="adj2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АРХИТЕКТУРА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LLM-агностичность · развёртывание без GPU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Пайплайн: парсинг → извлечение (LLM) → Neo4j (граф) + Qdrant (вектор)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Запрос: вектор → seed (fulltext) → обход 1–4 хопа → реранк → генерация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Сменные бэкенды: YandexGPT сегодня / MetalGPT-1 on-prem в проде Норникеля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Эмбеддинги локально (fastembed, ONNX) — без облачной квоты и без GPU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Ретривал 0,1–2,6 с — в бюджете требования ТЗ «3–5 с»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43" name="Google Shape;43;p9"/>
          <p:cNvPicPr preferRelativeResize="0"/>
          <p:nvPr/>
        </p:nvPicPr>
        <p:blipFill rotWithShape="1">
          <a:blip r:embed="rId3">
            <a:alphaModFix/>
          </a:blip>
          <a:srcRect b="0" l="12553" r="12546" t="0"/>
          <a:stretch/>
        </p:blipFill>
        <p:spPr>
          <a:xfrm>
            <a:off x="5764375" y="771753"/>
            <a:ext cx="2696400" cy="3600000"/>
          </a:xfrm>
          <a:prstGeom prst="round2DiagRect">
            <a:avLst>
              <a:gd fmla="val 4278" name="adj1"/>
              <a:gd fmla="val 12790" name="adj2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РЕЗУЛЬТАТЫ И ДЕМО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20824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Работает вживую · 4 эталонных вопроса ТЗ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8778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Граф 680+ узлов: материалы, процессы, эксперты, лаборатории, публикации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Демо: обессоливание воды, циркуляция католита, Au/Ag/МПГ, шахтные воды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Верификация фактов, версионирование, RBAC + аудит, уведомления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Дашборд руководителя, граф-визуализация с подсветкой достоверности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64 теста зелёных · Docker Compose · GPU не нужен, 32 ГБ RAM достаточно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latin typeface="Proxima Nova"/>
                <a:ea typeface="Proxima Nova"/>
                <a:cs typeface="Proxima Nova"/>
                <a:sym typeface="Proxima Nova"/>
              </a:rPr>
              <a:t>ПОКРЫТИЕ ТЗ И РАЗВИТИЕ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latin typeface="Proxima Nova"/>
                <a:ea typeface="Proxima Nova"/>
                <a:cs typeface="Proxima Nova"/>
                <a:sym typeface="Proxima Nova"/>
              </a:rPr>
              <a:t>Все блоки ТЗ закрыты — от импорта и онтологии до RBAC и экспорта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Многопараметрические запросы: материал + процесс + условия + гео + годы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Модель верификации: источник, уровень достоверности, дата актуализации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Прод-трек: тот же код с on-prem MetalGPT-1 — клиент уже написан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Рост: полный корпус, каталог экспериментов, справочники, сотрудники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434343"/>
                </a:solidFill>
                <a:latin typeface="Proxima Nova"/>
                <a:ea typeface="Proxima Nova"/>
                <a:cs typeface="Proxima Nova"/>
                <a:sym typeface="Proxima Nova"/>
              </a:rPr>
              <a:t>Готово к пилоту в НИИ: RBAC, аудит, экспорт отчётов в техзадания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